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99"/>
                </a:solidFill>
              </a:defRPr>
            </a:pPr>
            <a:r>
              <a:t>Hệ thống Phát hiện &amp; Tìm kiếm Người</a:t>
            </a:r>
          </a:p>
          <a:p>
            <a:r>
              <a:t>(PDR-System)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Dựa trên Đặc điểm Nhận dạng Trực quan</a:t>
            </a:r>
          </a:p>
          <a:p/>
          <a:p>
            <a:r>
              <a:t>Người thực hiện: Nguyễn Đức Tài Năng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Đặt Vấn Đề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Khó khăn trong hệ thống giám sát truyền thống:</a:t>
            </a:r>
          </a:p>
          <a:p>
            <a:pPr lvl="1"/>
            <a:r>
              <a:t>Camera an ninh chỉ ghi hình, khó tìm kiếm theo yêu cầu cụ thể (màu áo, giới tính, phụ kiện).</a:t>
            </a:r>
          </a:p>
          <a:p>
            <a:pPr lvl="1"/>
            <a:r>
              <a:t>Phụ thuộc hoàn toàn vào con người dò tìm thủ công.</a:t>
            </a:r>
          </a:p>
          <a:p>
            <a:pPr>
              <a:defRPr b="1">
                <a:solidFill>
                  <a:srgbClr val="008000"/>
                </a:solidFill>
              </a:defRPr>
            </a:pPr>
            <a:r>
              <a:t>Giải pháp: Ứng dụng AI/Deep Learning để tự động hóa quá trình trích xuất và tìm kiếm đối tượng.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Kiến Trúc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Hệ thống bao gồm 3 Module chính:</a:t>
            </a:r>
          </a:p>
          <a:p>
            <a:pPr lvl="1"/>
            <a:r>
              <a:t>1. Object Detection &amp; Tracking (YOLOv8n + ByteTrack): Phát hiện người và theo dõi quỹ đạo (Track ID).</a:t>
            </a:r>
          </a:p>
          <a:p>
            <a:pPr lvl="1"/>
            <a:r>
              <a:t>2. Feature Extraction (ResNet50 PAR): Trích xuất đặc điểm (Giới tính, Nón, Mắt kính, Balo) từ ảnh crop.</a:t>
            </a:r>
          </a:p>
          <a:p>
            <a:pPr lvl="1"/>
            <a:r>
              <a:t>3. Color Detection (HSV Trimmed Median): Nhận diện màu áo bằng phương pháp cắt biên trung vị siêu tốc.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Tối Ưu Hiệu Năng (Load Budgeting)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Giải quyết nút thắt cổ chai của ResNet50 (chạy rất nặng):</a:t>
            </a:r>
          </a:p>
          <a:p>
            <a:pPr lvl="1"/>
            <a:r>
              <a:t>Giới hạn số lượng CNN chạy mỗi frame (Load Budgeting) -&gt; Đảm bảo FPS luôn mượt.</a:t>
            </a:r>
          </a:p>
          <a:p>
            <a:pPr lvl="1"/>
            <a:r>
              <a:t>Sử dụng EMA (Exponential Moving Average) để làm mượt kết quả dự đoán qua từng frame.</a:t>
            </a:r>
          </a:p>
          <a:p>
            <a:pPr lvl="1"/>
            <a:r>
              <a:t>Thay K-Means bằng thuật toán màu HSV Trimmed Median -&gt; Giảm thời gian xử lý màu từ 1.7s xuống 0.1ms.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Kết Quả Đánh Giá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Đánh giá mô hình ResNet50 trên tập PA-100K:</a:t>
            </a:r>
          </a:p>
          <a:p>
            <a:pPr lvl="1"/>
            <a:r>
              <a:t>Mean Accuracy (mA): ~89.33%</a:t>
            </a:r>
          </a:p>
          <a:p>
            <a:pPr lvl="2"/>
            <a:r>
              <a:t>Balo (Backpack): 96.70%</a:t>
            </a:r>
          </a:p>
          <a:p>
            <a:pPr lvl="2"/>
            <a:r>
              <a:t>Mắt kính (Glasses): 91.00%</a:t>
            </a:r>
          </a:p>
          <a:p>
            <a:pPr lvl="1"/>
            <a:r>
              <a:t>Hiệu năng hệ thống đạt ~70 FPS trên GPU (GTX 1650), ~20 FPS trên CPU (i5).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