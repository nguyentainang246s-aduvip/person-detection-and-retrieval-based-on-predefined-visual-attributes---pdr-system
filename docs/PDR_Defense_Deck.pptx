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BẢO VỆ ĐỒ ÁN: PDR-SYSTEM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Person Detection &amp; Retrieval Based on Predefined Visual Attributes</a:t>
            </a:r>
          </a:p>
          <a:p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Kiến trúc Hệ Thống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Luồng xử lý thời gian thực:</a:t>
            </a:r>
          </a:p>
          <a:p>
            <a:pPr lvl="1"/>
            <a:r>
              <a:t>YOLOv8n: Phát hiện bounding box người.</a:t>
            </a:r>
          </a:p>
          <a:p>
            <a:pPr lvl="1"/>
            <a:r>
              <a:t>ByteTrack: Duy trì Track ID ổn định, chống mất dấu.</a:t>
            </a:r>
          </a:p>
          <a:p>
            <a:pPr lvl="1"/>
            <a:r>
              <a:t>K-Means (H-S của HSV) + Skin Filtering: Phân tích màu trang phục.</a:t>
            </a:r>
          </a:p>
          <a:p>
            <a:pPr lvl="1"/>
            <a:r>
              <a:t>ResNet50 PAR: Nhận dạng giới tính, mũ, kính, balo.</a:t>
            </a:r>
          </a:p>
          <a:p>
            <a:pPr lvl="1"/>
            <a:r>
              <a:t>Weighted Soft-Matching Engine: Tìm kiếm theo thuộc tính có trọng số.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Kết quả Benchmark (Thực đo)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Thiết bị: cuda (NVIDIA GeForce GTX 1650) | Full Pipeline: 71.7 FPS</a:t>
            </a:r>
          </a:p>
          <a:p>
            <a:pPr lvl="1"/>
            <a:r>
              <a:t>YOLOv8 Detection: 12.23 ± 1.57 ms  →  81.7 FPS</a:t>
            </a:r>
          </a:p>
          <a:p>
            <a:pPr lvl="1"/>
            <a:r>
              <a:t>ByteTrack MOT: 13.73 ± 2.21 ms  →  72.9 FPS</a:t>
            </a:r>
          </a:p>
          <a:p>
            <a:pPr lvl="1"/>
            <a:r>
              <a:t>K-Means Color HSV: 0.55 ± 0.23 ms  →  1821.4 FPS</a:t>
            </a:r>
          </a:p>
          <a:p>
            <a:pPr lvl="1"/>
            <a:r>
              <a:t>ResNet50 PAR: 11.58 ± 1.23 ms  →  86.3 FPS</a:t>
            </a:r>
          </a:p>
          <a:p>
            <a:pPr lvl="1"/>
            <a:r>
              <a:t>Attribute Matching Engine: 0.00 ± 0.00 ms  →  367646.8 FPS</a:t>
            </a:r>
          </a:p>
          <a:p>
            <a:pPr lvl="1"/>
            <a:r>
              <a:t>Overall Pipeline: 13.94 ± 1.86 ms  →  71.7 FPS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Tối Ưu Hiệu Năng (Refactor)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Các điểm nhấn kỹ thuật:</a:t>
            </a:r>
          </a:p>
          <a:p>
            <a:pPr lvl="1"/>
            <a:r>
              <a:t>SQLite WAL mode + threading.Lock() chống deadlock đa luồng Streamlit.</a:t>
            </a:r>
          </a:p>
          <a:p>
            <a:pPr lvl="1"/>
            <a:r>
              <a:t>Tracker reset() dùng predictor=None (&lt; 1ms) thay vì reload weights (1-3s).</a:t>
            </a:r>
          </a:p>
          <a:p>
            <a:pPr lvl="1"/>
            <a:r>
              <a:t>Skin Filtering HSV (H∈[0,12]∪[170,179]) loại pixel da trước K-Means.</a:t>
            </a:r>
          </a:p>
          <a:p>
            <a:pPr lvl="1"/>
            <a:r>
              <a:t>Attribute Caching: chỉ gọi ResNet50 mỗi 5 frames, Full Pipeline ≈ 82 FPS.</a:t>
            </a:r>
          </a:p>
          <a:p>
            <a:pPr lvl="1"/>
            <a:r>
              <a:t>Soft-Matching Engine: dung sai màu sắc bù đắp sai lệch camera.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