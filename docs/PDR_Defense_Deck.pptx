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BẢO VỆ ĐỒ ÁN: PDR-SYSTEM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Person Detection &amp; Retrieval Based on Predefined Visual Attributes</a:t>
            </a:r>
          </a:p>
          <a:p>
            <a: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Kiến trúc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Luồng xử lý thời gian thực:</a:t>
            </a:r>
          </a:p>
          <a:p>
            <a:pPr lvl="1"/>
            <a:r>
              <a:t>YOLOv8: Phát hiện bounding box người.</a:t>
            </a:r>
          </a:p>
          <a:p>
            <a:pPr lvl="1"/>
            <a:r>
              <a:t>ByteTrack: Đảm bảo Track ID liên tục, chống mất dấu.</a:t>
            </a:r>
          </a:p>
          <a:p>
            <a:pPr lvl="1"/>
            <a:r>
              <a:t>ResNet50 PAR &amp; K-Means: Rút trích giới tính, mũ, kính, balo, màu sắc.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Tối Ưu Hiệu Năng (Refactor)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Các điểm nhấn kỹ thuật:</a:t>
            </a:r>
          </a:p>
          <a:p>
            <a:pPr lvl="1"/>
            <a:r>
              <a:t>Quản lý luồng (Load Budgeting) chặn tối đa 2 CNN / frame.</a:t>
            </a:r>
          </a:p>
          <a:p>
            <a:pPr lvl="1"/>
            <a:r>
              <a:t>Soft Matching Engine: Tăng điểm recall khi điều kiện sáng kém.</a:t>
            </a:r>
          </a:p>
          <a:p>
            <a:pPr lvl="1"/>
            <a:r>
              <a:t>GPU Batch Inference cho mạng CNN để khai thác VRAM hiệu quả.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